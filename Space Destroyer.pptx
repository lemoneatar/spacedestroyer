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4" r:id="rId4"/>
    <p:sldId id="263" r:id="rId5"/>
    <p:sldId id="258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21D7F6-3CF2-4974-8B27-CF8C697B5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9F248F1-EC49-4941-9141-E7E4EC44C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1F11C1-FBE5-4869-B659-6CAB59A5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94B74B-AA4E-42C4-96D6-47C82C09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2E8B50-66F1-4C26-ABF3-B76A4C9D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2303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E62334-3AE6-4E1F-AC72-978D0E72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D95857-7C4A-4BAC-9ADB-E7433EAC1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99DF67-8677-442C-B556-2597C898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33CD1-5638-43D2-9A5C-7FCEFB6B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391247-A175-4D3D-8D36-F2536ADD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670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6663B-B74B-4DF8-B0E9-0C04ED03A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38EE22-05B9-4C7B-B725-A408413B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64E40F-4E96-47EB-A7FB-60A4D018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D842F4-FFAB-4438-B680-D225B54F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35BBB6-A4A4-45D9-AA2E-0BEE7D46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916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270AE-61C1-42AF-A2B0-8C47278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80D8E2-1F97-4248-802D-E959644BD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AFF8D6-EF11-40C1-AD66-712AE7A4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818EE7-2287-48FF-81EB-09A3DC44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3FDE7B-D3E6-46F2-993D-9ED4CF4C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470D6B-5A1F-4104-BB30-71866773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376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4006C-1478-4B8D-82A3-D86CDF54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1BD208-F3D4-48D7-B17E-0C38F778A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DC8E1B-EBBF-4F65-A4DE-698A9DF58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9D62CA-4E07-428C-B98B-472B6C84B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98FE39-48AD-46FF-A233-C6EAAB09A1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F374B9D-F210-429E-8AD0-9F44EAF5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C916BB-1FD1-49BC-8474-B0911905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581640E-5C39-48D1-9E0C-DF811C64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523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EF1045-5BCA-4677-98D2-4BACD62B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2B4EC8-52D8-4501-BCD0-92057E214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38F5DCA-DE53-4731-BDAA-E4EEFB31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DC0788-334E-4C05-8030-D886556E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33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961CF4A-E8A6-4DDA-B2EC-06038338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CD3533-02FE-4BD6-9FCF-AD6DA4A1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E5D151-AF79-4E2A-B8C9-159231917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53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14EC7-DF9A-412E-9088-0017EE4F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9ACB21-533B-4B65-882D-984FD6A30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C938D5-CD8F-4C58-9338-DE629276D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5F278E-B744-4F3F-9067-FA3AFDEB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22EB72-6721-4EE3-ACC4-3A705A58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1D5715-1AA0-45B4-BF5A-D30B1F4C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57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DB30C-1CBE-48F5-95D2-74125F8C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029E8D-A2EA-4123-9ECE-CDB19635B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784034-0193-4794-B7A0-D6042C57A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D2C928-14AD-4F5E-9692-219570B5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B1B8B3-3FB4-4A80-A3CA-2764E0FE3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C8C745-E0A8-4E2D-8C97-CF33EBF6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547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9F02D-B3A0-48E8-A016-438C0D44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1DE3E0-FA77-4045-A690-B96B496F9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206D12-90D4-4DA2-81A3-FCC45752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8E6FE9-9E1A-44A2-82EE-BE9EEA46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EBF5CE-F816-4D73-A243-551F1DB5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00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62598F0-46AF-4FC0-8B5F-03BABFD21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1DDD9D-2565-40E3-BBE7-B6FC05628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D4D2B8-2EA6-48FF-BD53-0A07B8DE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F494CC-5AE4-40DD-A3F3-45033FD6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419814-C31A-45C7-8533-A1D282EB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64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D7EA8B-FA7B-42FF-987E-85F27477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A8B8C4-4C43-4295-AB1B-4692CD0CE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801595-DDF6-4368-A128-AC443C92E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72030-B7E9-49CD-8677-54443D572B94}" type="datetimeFigureOut">
              <a:rPr lang="de-DE" smtClean="0"/>
              <a:t>16.07.2026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A2730B-91D1-4493-947C-C9A320ED2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F6E099-2ACD-4FAA-86FF-EA1E6FB70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9519E-46BD-4224-8F41-BAE49A8D72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38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53EFA3-0C3F-4D7C-A311-8164AE4A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Space Destroyer</a:t>
            </a:r>
          </a:p>
        </p:txBody>
      </p:sp>
    </p:spTree>
    <p:extLst>
      <p:ext uri="{BB962C8B-B14F-4D97-AF65-F5344CB8AC3E}">
        <p14:creationId xmlns:p14="http://schemas.microsoft.com/office/powerpoint/2010/main" val="279001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D3FDC6B-77AF-4B8E-8F1A-EB813F7ED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3" y="0"/>
            <a:ext cx="7596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80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D14DC-CFA3-4BCE-9395-D61F3BAAE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3C3818-D648-49E5-98AD-E062CFC5F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050" name="Picture 2" descr="Projektzeitstrahl: Phasenplan Übersicht">
            <a:extLst>
              <a:ext uri="{FF2B5EF4-FFF2-40B4-BE49-F238E27FC236}">
                <a16:creationId xmlns:a16="http://schemas.microsoft.com/office/drawing/2014/main" id="{C93F5ABE-4586-4213-9CFA-E17B8621A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72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17255A2-3C24-4888-BEEC-BE44D536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802" y="2532282"/>
            <a:ext cx="7542973" cy="179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9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6E8DCC0-19DA-4665-903D-4F215695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51" y="904522"/>
            <a:ext cx="9116697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1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47410AA-F35C-4E25-B547-4B377F5EC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956" r="7052"/>
          <a:stretch/>
        </p:blipFill>
        <p:spPr>
          <a:xfrm>
            <a:off x="6050125" y="533239"/>
            <a:ext cx="5303675" cy="2314898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2E738E7-E56A-4C87-BEAC-BAA2A56F0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6" y="109728"/>
            <a:ext cx="4944165" cy="387721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FBC8C28-6F03-40B7-A191-8A72B1DA72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411" r="5994"/>
          <a:stretch/>
        </p:blipFill>
        <p:spPr>
          <a:xfrm>
            <a:off x="1023973" y="4242341"/>
            <a:ext cx="5303675" cy="242921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1A0298-56CE-470F-A412-6EB0677C8C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65" r="18147"/>
          <a:stretch/>
        </p:blipFill>
        <p:spPr>
          <a:xfrm>
            <a:off x="7006926" y="3601210"/>
            <a:ext cx="4706538" cy="222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6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E6F77B9-3216-4CC7-B377-EC9230AC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3" y="1027906"/>
            <a:ext cx="2509364" cy="40692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896C61D-72A9-4313-A455-C85770F1B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644" y="2471604"/>
            <a:ext cx="6439799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1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09D9BE2-E2E4-4B50-B138-3185AA7FC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644" y="2471604"/>
            <a:ext cx="6439799" cy="1914792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76CF364-0C45-420B-B834-628750F2F448}"/>
              </a:ext>
            </a:extLst>
          </p:cNvPr>
          <p:cNvCxnSpPr/>
          <p:nvPr/>
        </p:nvCxnSpPr>
        <p:spPr>
          <a:xfrm>
            <a:off x="4983480" y="1825625"/>
            <a:ext cx="210312" cy="9267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9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E292549-A782-4DBE-BB51-3B50F5D1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95" y="2100077"/>
            <a:ext cx="6516009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47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2FFFA-757F-4318-8E8F-D7083D257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90691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2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</vt:lpstr>
      <vt:lpstr>Space Destroyer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Fazit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Destroyer</dc:title>
  <dc:creator>Administrator</dc:creator>
  <cp:lastModifiedBy>Administrator</cp:lastModifiedBy>
  <cp:revision>4</cp:revision>
  <dcterms:created xsi:type="dcterms:W3CDTF">2026-07-16T13:07:47Z</dcterms:created>
  <dcterms:modified xsi:type="dcterms:W3CDTF">2026-07-16T13:37:30Z</dcterms:modified>
</cp:coreProperties>
</file>